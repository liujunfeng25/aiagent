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AI Agent 供应链数字化平台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对外汇报｜数字化转型 · AI 赋能 · 自主研发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材料版本 V1.0（不含敏感连接信息）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项目定位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自主研发的一体化「AI + 数据智能」平台</a:t>
            </a:r>
          </a:p>
          <a:p/>
          <a:p>
            <a:pPr>
              <a:defRPr sz="1600"/>
            </a:pPr>
            <a:r>
              <a:t>服务供应链可视化、稽核与运营指挥场景</a:t>
            </a:r>
          </a:p>
          <a:p/>
          <a:p>
            <a:pPr>
              <a:defRPr sz="1600"/>
            </a:pPr>
            <a:r>
              <a:t>与既有业务系统协同：经营库只读，不替代 ERP 核心写入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建设目标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数字化创新：驾驶舱、天枢大屏、数据洞察</a:t>
            </a:r>
          </a:p>
          <a:p/>
          <a:p>
            <a:pPr>
              <a:defRPr sz="1600"/>
            </a:pPr>
            <a:r>
              <a:t>AI 赋能：训练 / 部署 / 识别 / 票据智能</a:t>
            </a:r>
          </a:p>
          <a:p/>
          <a:p>
            <a:pPr>
              <a:defRPr sz="1600"/>
            </a:pPr>
            <a:r>
              <a:t>可交付：私有化、合规叙事清晰、可持续迭代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系统边界（领导关切）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业务 MySQL：只读账号，SELECT 聚合与分析</a:t>
            </a:r>
          </a:p>
          <a:p/>
          <a:p>
            <a:pPr>
              <a:defRPr sz="1600"/>
            </a:pPr>
            <a:r>
              <a:t>平台 SQLite：数据集、训练、模型、物流绑定等平台数据</a:t>
            </a:r>
          </a:p>
          <a:p/>
          <a:p>
            <a:pPr>
              <a:defRPr sz="1600"/>
            </a:pPr>
            <a:r>
              <a:t>不在此平台完成：下单、主数据维护、收货入账等核心写操作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总体架构示意</a:t>
            </a:r>
          </a:p>
        </p:txBody>
      </p:sp>
      <p:pic>
        <p:nvPicPr>
          <p:cNvPr id="3" name="Picture 2" descr="platform-architecture-min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5932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只读洞察与平台关系</a:t>
            </a:r>
          </a:p>
        </p:txBody>
      </p:sp>
      <p:pic>
        <p:nvPicPr>
          <p:cNvPr id="3" name="Picture 2" descr="对外汇报-只读洞察与平台关系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5932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核心能力（一）数据与实时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多维度洞察：KPI、区域/品类、地图、热力、告警等</a:t>
            </a:r>
          </a:p>
          <a:p/>
          <a:p>
            <a:pPr>
              <a:defRPr sz="1600"/>
            </a:pPr>
            <a:r>
              <a:t>自适应表结构：订单/明细表名与主键差异自动适配，降低对接成本</a:t>
            </a:r>
          </a:p>
          <a:p/>
          <a:p>
            <a:pPr>
              <a:defRPr sz="1600"/>
            </a:pPr>
            <a:r>
              <a:t>实时经营通道：增量轮询 + WebSocket，零 DDL 展示今日 GMV/单量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AI 训练—部署—推理闭环</a:t>
            </a:r>
          </a:p>
        </p:txBody>
      </p:sp>
      <p:pic>
        <p:nvPicPr>
          <p:cNvPr id="3" name="Picture 2" descr="对外汇报-AI训练推理闭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5932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核心能力（二）AI 与票据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数据集与训练任务管理，模型库与一键部署</a:t>
            </a:r>
          </a:p>
          <a:p/>
          <a:p>
            <a:pPr>
              <a:defRPr sz="1600"/>
            </a:pPr>
            <a:r>
              <a:t>在线识别服务，可对接验收与品控场景</a:t>
            </a:r>
          </a:p>
          <a:p/>
          <a:p>
            <a:pPr>
              <a:defRPr sz="1600"/>
            </a:pPr>
            <a:r>
              <a:t>票据识别与结构化比对，服务稽核与效率提升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核心能力（三）智能物流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车辆与多源设备（定位/视频/温湿度等）绑定</a:t>
            </a:r>
          </a:p>
          <a:p/>
          <a:p>
            <a:pPr>
              <a:defRPr sz="1600"/>
            </a:pPr>
            <a:r>
              <a:t>轨迹与地图展示，坐标系可配置</a:t>
            </a:r>
          </a:p>
          <a:p/>
          <a:p>
            <a:pPr>
              <a:defRPr sz="1600"/>
            </a:pPr>
            <a:r>
              <a:t>费用录入与统计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典型场景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管理端：日常运营、模型与数据、洞察与物流</a:t>
            </a:r>
          </a:p>
          <a:p/>
          <a:p>
            <a:pPr>
              <a:defRPr sz="1600"/>
            </a:pPr>
            <a:r>
              <a:t>指挥参观：驾驶舱 / 天枢大屏演示</a:t>
            </a:r>
          </a:p>
          <a:p/>
          <a:p>
            <a:pPr>
              <a:defRPr sz="1600"/>
            </a:pPr>
            <a:r>
              <a:t>技术支撑：只读分析与 API 集成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对外表述关键词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自主研发、数字化创新、AI 赋能供应链</a:t>
            </a:r>
          </a:p>
          <a:p/>
          <a:p>
            <a:pPr>
              <a:defRPr sz="1600"/>
            </a:pPr>
            <a:r>
              <a:t>业务库只读解耦、风险可控</a:t>
            </a:r>
          </a:p>
          <a:p/>
          <a:p>
            <a:pPr>
              <a:defRPr sz="1600"/>
            </a:pPr>
            <a:r>
              <a:t>实时增量洞察、零 DDL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谢谢聆听 · 欢迎指导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